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11480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_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SERIES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Web Applications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Cloud Computing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internet-delivered software connects users to computing power, storage, and services hosted in the cloud.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4709160"/>
            <a:ext cx="5029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" y="529437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52120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web applications and their core components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5623560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896112" y="55412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cloud computing delivers apps over the internet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8368" y="5952744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896112" y="58704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request-response architecture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8368" y="6281928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619963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a real-world cloud-based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Web Application?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is software that runs on a remote server and is accessed through a browser over the internet, rather than being installed directly on a device.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0" y="1371600"/>
            <a:ext cx="4297680" cy="2834640"/>
          </a:xfrm>
          <a:prstGeom prst="roundRect">
            <a:avLst>
              <a:gd name="adj" fmla="val 3226"/>
            </a:avLst>
          </a:prstGeom>
          <a:solidFill>
            <a:srgbClr val="F4F7F9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371600"/>
            <a:ext cx="4297680" cy="365760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7452360" y="150876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607808" y="15087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7763256" y="15087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0" y="1481328"/>
            <a:ext cx="3291840" cy="14630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14584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https://app.example.com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961120" y="20574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0" descr="icon_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76" y="2276856"/>
            <a:ext cx="566928" cy="5669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8952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UI rendered live from the cloud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3611880"/>
            <a:ext cx="3566160" cy="137160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6" name="Shape 13"/>
          <p:cNvSpPr/>
          <p:nvPr/>
        </p:nvSpPr>
        <p:spPr>
          <a:xfrm>
            <a:off x="7680960" y="3840480"/>
            <a:ext cx="2318004" cy="137160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F4F7F9"/>
          </a:solidFill>
          <a:ln/>
        </p:spPr>
      </p:sp>
      <p:pic>
        <p:nvPicPr>
          <p:cNvPr id="18" name="Image 1" descr="icon_desktop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008376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35204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48640" y="384048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the browser — no downloads or updates needed on the device.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160520" y="2880360"/>
            <a:ext cx="548640" cy="548640"/>
          </a:xfrm>
          <a:prstGeom prst="ellipse">
            <a:avLst/>
          </a:prstGeom>
          <a:solidFill>
            <a:srgbClr val="F4F7F9"/>
          </a:solidFill>
          <a:ln/>
        </p:spPr>
      </p:sp>
      <p:pic>
        <p:nvPicPr>
          <p:cNvPr id="22" name="Image 2" descr="icon_exchang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008376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160520" y="35204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Model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160520" y="384048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(client) requests data; the server processes and returns it.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772400" y="2880360"/>
            <a:ext cx="548640" cy="548640"/>
          </a:xfrm>
          <a:prstGeom prst="ellipse">
            <a:avLst/>
          </a:prstGeom>
          <a:solidFill>
            <a:srgbClr val="F4F7F9"/>
          </a:solidFill>
          <a:ln/>
        </p:spPr>
      </p:sp>
      <p:pic>
        <p:nvPicPr>
          <p:cNvPr id="26" name="Image 3" descr="icon_networ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6" y="300837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72400" y="35204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Internet-Dependent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772400" y="384048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live connection to exchange data with remote servers.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/>
        </p:spPr>
      </p:sp>
      <p:sp>
        <p:nvSpPr>
          <p:cNvPr id="30" name="Shape 24"/>
          <p:cNvSpPr/>
          <p:nvPr/>
        </p:nvSpPr>
        <p:spPr>
          <a:xfrm>
            <a:off x="713232" y="5394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4" descr="icon_glob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5513832"/>
            <a:ext cx="265176" cy="26517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536752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Google Docs, Netflix, online banking portals, and Salesforce all run as web applications delivered through the browser.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Web Applications in Cloud Computing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Cloud Computing Powers Web Apps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supplies the servers, storage, and networking that web applications rely on — delivered on demand, entirely over the internet.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4F7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_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6712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Compute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496312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providers allocate processing power dynamically, scaling servers up or down as user demand changes.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4F7F9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21945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_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317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16712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Storage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132320" y="2496312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data lives in cloud databases and storage services, accessible from anywhere with an internet connection.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4F7F9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39776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icon_char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8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95020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Scalability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08760" y="4279392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expand automatically during traffic spikes and shrink afterward, so performance stays consistent.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72200" y="37490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4F7F9"/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0" y="39776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icon_shiel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1148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395020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Security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132320" y="4279392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handle infrastructure security, patching, and redundancy, reducing the burden on individual businesses.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5715000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21295C"/>
          </a:solidFill>
          <a:ln/>
        </p:spPr>
      </p:sp>
      <p:sp>
        <p:nvSpPr>
          <p:cNvPr id="27" name="Text 21"/>
          <p:cNvSpPr/>
          <p:nvPr/>
        </p:nvSpPr>
        <p:spPr>
          <a:xfrm>
            <a:off x="548640" y="57150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— Software as a Service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206240" y="5715000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21295C"/>
          </a:solidFill>
          <a:ln/>
        </p:spPr>
      </p:sp>
      <p:sp>
        <p:nvSpPr>
          <p:cNvPr id="29" name="Text 23"/>
          <p:cNvSpPr/>
          <p:nvPr/>
        </p:nvSpPr>
        <p:spPr>
          <a:xfrm>
            <a:off x="4206240" y="57150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— Platform as a Service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863840" y="5715000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21295C"/>
          </a:solidFill>
          <a:ln/>
        </p:spPr>
      </p:sp>
      <p:sp>
        <p:nvSpPr>
          <p:cNvPr id="31" name="Text 25"/>
          <p:cNvSpPr/>
          <p:nvPr/>
        </p:nvSpPr>
        <p:spPr>
          <a:xfrm>
            <a:off x="7863840" y="57150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— Infrastructure as a Service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Web Applications in Cloud Computing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Travels Through the Cloud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1B2A5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0140" y="26060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_deskto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27706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3429000"/>
            <a:ext cx="1728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Device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3730752"/>
            <a:ext cx="1655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an HTTPS request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30352" y="208483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10" name="Text 7"/>
          <p:cNvSpPr/>
          <p:nvPr/>
        </p:nvSpPr>
        <p:spPr>
          <a:xfrm>
            <a:off x="530352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23160" y="3291840"/>
            <a:ext cx="422910" cy="0"/>
          </a:xfrm>
          <a:prstGeom prst="line">
            <a:avLst/>
          </a:prstGeom>
          <a:noFill/>
          <a:ln w="25400">
            <a:solidFill>
              <a:srgbClr val="F9E79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46070" y="237744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7570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icon_glob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162" y="277063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19222" y="3429000"/>
            <a:ext cx="1728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955798" y="3730752"/>
            <a:ext cx="1655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routes across the network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827782" y="208483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18" name="Text 14"/>
          <p:cNvSpPr/>
          <p:nvPr/>
        </p:nvSpPr>
        <p:spPr>
          <a:xfrm>
            <a:off x="2827782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720590" y="3291840"/>
            <a:ext cx="422910" cy="0"/>
          </a:xfrm>
          <a:prstGeom prst="line">
            <a:avLst/>
          </a:prstGeom>
          <a:noFill/>
          <a:ln w="25400">
            <a:solidFill>
              <a:srgbClr val="F9E795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143500" y="237744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1B2A5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715000" y="26060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2" descr="icon_networ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770632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16652" y="3429000"/>
            <a:ext cx="1728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253228" y="3730752"/>
            <a:ext cx="1655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distributed to servers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125212" y="208483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26" name="Text 21"/>
          <p:cNvSpPr/>
          <p:nvPr/>
        </p:nvSpPr>
        <p:spPr>
          <a:xfrm>
            <a:off x="5125212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7018020" y="3291840"/>
            <a:ext cx="422910" cy="0"/>
          </a:xfrm>
          <a:prstGeom prst="line">
            <a:avLst/>
          </a:prstGeom>
          <a:noFill/>
          <a:ln w="25400">
            <a:solidFill>
              <a:srgbClr val="F9E795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7440930" y="237744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1B2A5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012430" y="26060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3" descr="icon_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022" y="2770632"/>
            <a:ext cx="402336" cy="40233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514082" y="3429000"/>
            <a:ext cx="1728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550658" y="3730752"/>
            <a:ext cx="1655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processes request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7422642" y="208483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34" name="Text 28"/>
          <p:cNvSpPr/>
          <p:nvPr/>
        </p:nvSpPr>
        <p:spPr>
          <a:xfrm>
            <a:off x="7422642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9315450" y="3291840"/>
            <a:ext cx="422910" cy="0"/>
          </a:xfrm>
          <a:prstGeom prst="line">
            <a:avLst/>
          </a:prstGeom>
          <a:noFill/>
          <a:ln w="25400">
            <a:solidFill>
              <a:srgbClr val="F9E795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9738360" y="237744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1B2A5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0309860" y="26060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8" name="Image 4" descr="icon_databa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4452" y="2770632"/>
            <a:ext cx="402336" cy="40233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811512" y="3429000"/>
            <a:ext cx="1728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9848088" y="3730752"/>
            <a:ext cx="1655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retrieved or updated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9720072" y="208483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42" name="Text 35"/>
          <p:cNvSpPr/>
          <p:nvPr/>
        </p:nvSpPr>
        <p:spPr>
          <a:xfrm>
            <a:off x="9720072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822960" y="4709160"/>
            <a:ext cx="10515600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  <a:headEnd type="triangle"/>
          </a:ln>
        </p:spPr>
      </p:sp>
      <p:sp>
        <p:nvSpPr>
          <p:cNvPr id="44" name="Text 37"/>
          <p:cNvSpPr/>
          <p:nvPr/>
        </p:nvSpPr>
        <p:spPr>
          <a:xfrm>
            <a:off x="822960" y="4800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returns to the user's browser, which renders the updated page</a:t>
            </a:r>
            <a:endParaRPr lang="en-US" sz="1150" dirty="0"/>
          </a:p>
        </p:txBody>
      </p:sp>
      <p:sp>
        <p:nvSpPr>
          <p:cNvPr id="45" name="Shape 38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B2A57"/>
          </a:solidFill>
          <a:ln/>
        </p:spPr>
      </p:sp>
      <p:sp>
        <p:nvSpPr>
          <p:cNvPr id="46" name="Text 39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only renders the interface — all storage, computation, and logic happen remotely on cloud infrastructure and travel back and forth over the internet.</a:t>
            </a:r>
            <a:endParaRPr lang="en-US" sz="1250" dirty="0"/>
          </a:p>
        </p:txBody>
      </p:sp>
      <p:sp>
        <p:nvSpPr>
          <p:cNvPr id="47" name="Text 4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Web Applications in Cloud Computing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Streaming on Global Cloud Infrastructure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_pla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9842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Web App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via browser or app — no local media storage required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" y="27889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788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25880" y="27706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streaming web app in a browser and selects a title.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68680" y="338328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383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25880" y="336499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travels over the internet to the provider's cloud servers.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68680" y="39776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977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325880" y="39593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locates the video file across distributed data centers.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68680" y="45720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4572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25880" y="45537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 delivery network (CDN) streams video to the nearest server.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868680" y="516636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5166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25880" y="51480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renders playback in real time — no download needed.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5989320" y="1463040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</p:spPr>
      </p:sp>
      <p:sp>
        <p:nvSpPr>
          <p:cNvPr id="25" name="Text 22"/>
          <p:cNvSpPr/>
          <p:nvPr/>
        </p:nvSpPr>
        <p:spPr>
          <a:xfrm>
            <a:off x="6217920" y="157276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238M+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7863840" y="157276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subscribers relying on cloud-delivered streaming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989320" y="263347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</p:spPr>
      </p:sp>
      <p:sp>
        <p:nvSpPr>
          <p:cNvPr id="28" name="Text 25"/>
          <p:cNvSpPr/>
          <p:nvPr/>
        </p:nvSpPr>
        <p:spPr>
          <a:xfrm>
            <a:off x="6217920" y="27432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15,000+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7863840" y="27432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across a global CDN reduce delay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989320" y="3803904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</p:spPr>
      </p:sp>
      <p:sp>
        <p:nvSpPr>
          <p:cNvPr id="31" name="Text 28"/>
          <p:cNvSpPr/>
          <p:nvPr/>
        </p:nvSpPr>
        <p:spPr>
          <a:xfrm>
            <a:off x="6217920" y="391363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99.99%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7863840" y="391363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uptime enabled by redundant cloud infrastructure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989320" y="502920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34" name="Text 31"/>
          <p:cNvSpPr/>
          <p:nvPr/>
        </p:nvSpPr>
        <p:spPr>
          <a:xfrm>
            <a:off x="6263640" y="515721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Cloud Is Essential Here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263640" y="5477256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millions of concurrent users would overwhelm any single server. Cloud computing lets the platform scale storage and bandwidth instantly, worldwide, using only an internet connection.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Web Applications in Cloud Computing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Applications Are the Internet's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into the Cloud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94360" cy="594360"/>
          </a:xfrm>
          <a:prstGeom prst="ellipse">
            <a:avLst/>
          </a:prstGeom>
          <a:solidFill>
            <a:srgbClr val="1B2A57"/>
          </a:solidFill>
          <a:ln/>
        </p:spPr>
      </p:sp>
      <p:pic>
        <p:nvPicPr>
          <p:cNvPr id="7" name="Image 0" descr="icon_laptop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8346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832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apps run remotely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are accessed entirely through a browser over the internet.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51960" y="2697480"/>
            <a:ext cx="594360" cy="594360"/>
          </a:xfrm>
          <a:prstGeom prst="ellipse">
            <a:avLst/>
          </a:prstGeom>
          <a:solidFill>
            <a:srgbClr val="1B2A57"/>
          </a:solidFill>
          <a:ln/>
        </p:spPr>
      </p:sp>
      <p:pic>
        <p:nvPicPr>
          <p:cNvPr id="11" name="Image 1" descr="icon_cog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8346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33832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supplies the engine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251960" y="38404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storage, and processing power delivered on demand.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863840" y="2697480"/>
            <a:ext cx="594360" cy="594360"/>
          </a:xfrm>
          <a:prstGeom prst="ellipse">
            <a:avLst/>
          </a:prstGeom>
          <a:solidFill>
            <a:srgbClr val="1B2A57"/>
          </a:solidFill>
          <a:ln/>
        </p:spPr>
      </p:sp>
      <p:pic>
        <p:nvPicPr>
          <p:cNvPr id="15" name="Image 2" descr="icon_user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8346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63840" y="33832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get scale and access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863840" y="38404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device, anywhere, without installing software locally.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E3A5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1440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14400" y="53035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turns the internet into shared infrastructure, and web applications turn that infrastructure into usable, everyday software.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Web Applications in Cloud Computing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2026-07-22T05:19:42Z</dcterms:created>
  <dcterms:modified xsi:type="dcterms:W3CDTF">2026-07-22T05:19:42Z</dcterms:modified>
</cp:coreProperties>
</file>